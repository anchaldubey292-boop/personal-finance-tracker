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IN" dirty="0"/>
              <a:t>Expense Tracker Project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/>
              <a:t>A Python Menu-Driven Program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32A934-D663-1FE8-5C83-89D086B2F7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190269" y="2239943"/>
            <a:ext cx="739389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 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new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all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total spending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Exit program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3417B-F34B-8194-085A-0DEE8522243C}"/>
              </a:ext>
            </a:extLst>
          </p:cNvPr>
          <p:cNvSpPr txBox="1"/>
          <p:nvPr/>
        </p:nvSpPr>
        <p:spPr>
          <a:xfrm>
            <a:off x="1100051" y="1437412"/>
            <a:ext cx="5159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latin typeface="Arial" panose="020B0604020202020204" pitchFamily="34" charset="0"/>
              </a:rPr>
              <a:t>Purpose: Track daily expenses 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B751E-46EA-7E53-9824-7834C11677C4}"/>
              </a:ext>
            </a:extLst>
          </p:cNvPr>
          <p:cNvSpPr txBox="1"/>
          <p:nvPr/>
        </p:nvSpPr>
        <p:spPr>
          <a:xfrm>
            <a:off x="951722" y="354563"/>
            <a:ext cx="55797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u="sng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4BB4-CD9A-6B0C-53C2-72AF7AC7A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Concepts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7C4010-8672-439C-8884-EEE1712E57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7909" y="1969294"/>
            <a:ext cx="6899055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CEFE82C-4A5F-0A31-1F9C-C56F319F1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909" y="3170524"/>
            <a:ext cx="418896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Lists 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expence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[])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Dictionaries (to store expense details)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Loops (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 True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Conditional statements (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elif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-else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 handling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90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112F-CC4D-4C9A-C873-CE2EA4B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Storage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5B9A48-5E5E-CE83-2D61-A6B1D769C7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82505"/>
            <a:ext cx="586090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Expenses stored in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of dictionaries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expense has: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Amount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576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B729B-9DB1-0B2B-698E-AAAAFE8FD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97490-5CF7-36F5-7ED3-0441F92EB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B806B23-52CE-6B4C-9B65-475D4C2F2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980" y="33496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new expense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all expenses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total spending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Exit program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58D453-2B68-FAB6-26E1-B293746D7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63675"/>
            <a:ext cx="3781966" cy="14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6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3FE46-33F6-EFAE-DFF4-DE881268B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Expense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8DC963-BC6B-D9EF-5CC3-1815424E69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2554" y="2696338"/>
            <a:ext cx="563833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inputs details: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(FOOD, TRAVEL, MAKEUP, BOOKS)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Amount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 dictionary appended to list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210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A5C03-6082-2B69-B820-843D9B6F5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Viewing Expenses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64BFE9-2359-5AD1-9B77-EFF0B02244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320" y="904552"/>
            <a:ext cx="10058400" cy="3760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list is empty → "No expenses recorded yet."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Otherwise → Iterates through list and prints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82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23BC-FA33-2C17-8E22-190B1780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Total Expense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3D71AA1-621E-20B5-357E-EA8F0B387F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81913"/>
            <a:ext cx="39015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list comprehension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00C2F7-E6AD-6B5E-89A5-62A147CC5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892" y="2789854"/>
            <a:ext cx="5079585" cy="749424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5B9AC6B7-5093-9B4E-D872-76591840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40681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total expense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751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00EC3-359D-949E-C684-1CA6BE4CB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F83307-0573-2610-41AF-C912F3F2BB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9998" y="820577"/>
            <a:ext cx="10058400" cy="3760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 4 ends the loop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Prints goodbye message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788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EF7F-6043-7360-7006-5B153046E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660" y="2302016"/>
            <a:ext cx="10058400" cy="1450757"/>
          </a:xfrm>
        </p:spPr>
        <p:txBody>
          <a:bodyPr>
            <a:normAutofit/>
          </a:bodyPr>
          <a:lstStyle/>
          <a:p>
            <a:r>
              <a:rPr lang="en-IN" sz="8000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75738699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{7E41A6A6-B691-480B-80C1-EBF2C2A32227}TFf0a5ceae-4542-492d-822e-d65a94fb0e1e3b562c5a_win32-009a0557e699</Template>
  <TotalTime>24</TotalTime>
  <Words>159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Unicode MS</vt:lpstr>
      <vt:lpstr>Bookman Old Style</vt:lpstr>
      <vt:lpstr>Calibri</vt:lpstr>
      <vt:lpstr>Franklin Gothic Book</vt:lpstr>
      <vt:lpstr>Custom</vt:lpstr>
      <vt:lpstr>Expense Tracker Project</vt:lpstr>
      <vt:lpstr>Features:   Add new expenses  View all expenses  Calculate total spending  Exit program  </vt:lpstr>
      <vt:lpstr>Tools &amp; Concepts Used</vt:lpstr>
      <vt:lpstr>Data Storage</vt:lpstr>
      <vt:lpstr>Features</vt:lpstr>
      <vt:lpstr>Adding Expense</vt:lpstr>
      <vt:lpstr>Viewing Expenses</vt:lpstr>
      <vt:lpstr>Total Expense</vt:lpstr>
      <vt:lpstr>Exit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anchal dubey</dc:creator>
  <cp:lastModifiedBy>anchal dubey</cp:lastModifiedBy>
  <cp:revision>1</cp:revision>
  <dcterms:created xsi:type="dcterms:W3CDTF">2026-02-16T12:20:17Z</dcterms:created>
  <dcterms:modified xsi:type="dcterms:W3CDTF">2026-02-16T12:44:55Z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